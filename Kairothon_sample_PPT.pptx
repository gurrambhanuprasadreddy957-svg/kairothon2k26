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D3CDE-F066-F7ED-551F-757BF6CAA168}"/>
              </a:ext>
            </a:extLst>
          </p:cNvPr>
          <p:cNvSpPr txBox="1"/>
          <p:nvPr/>
        </p:nvSpPr>
        <p:spPr>
          <a:xfrm>
            <a:off x="8062452" y="37755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251C9-CC7E-56F2-B779-5B778BC97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423" y="52883"/>
            <a:ext cx="863460" cy="863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465A1D-6BA4-DB3F-F743-A08F3A91F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83" y="64994"/>
            <a:ext cx="2872227" cy="851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106058-190B-7B01-ADF4-CA5950355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824" y="-1002"/>
            <a:ext cx="979351" cy="852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0A60FA-01AB-AA74-AD7D-385E559CC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707" y="-1002"/>
            <a:ext cx="1009740" cy="8513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11EB7C-1045-D9E0-C610-7E8A92625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382" y="-9769"/>
            <a:ext cx="850072" cy="9360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C90991-86BB-AB40-97AD-71E7E8445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346" y="103019"/>
            <a:ext cx="1231952" cy="833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7691</TotalTime>
  <Words>152</Words>
  <Application>Microsoft Office PowerPoint</Application>
  <PresentationFormat>Widescreen</PresentationFormat>
  <Paragraphs>39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 TEJASRI</cp:lastModifiedBy>
  <cp:revision>150</cp:revision>
  <dcterms:created xsi:type="dcterms:W3CDTF">2013-12-12T18:46:50Z</dcterms:created>
  <dcterms:modified xsi:type="dcterms:W3CDTF">2026-08-08T05:35:06Z</dcterms:modified>
  <cp:category/>
</cp:coreProperties>
</file>